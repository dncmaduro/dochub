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/>
</p:presentationPr>
</file>

<file path=ppt/tableStyles.xml><?xml version="1.0" encoding="utf-8"?>
<p:tblStyleLst xmlns:a="http://schemas.openxmlformats.org/drawingml/2006/main" xmlns:p="http://schemas.openxmlformats.org/presentation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 autoAdjust="0"/>
    <p:restoredTop sz="94660" autoAdjust="0"/>
  </p:normal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rgbClr val="FFFFFF"/>
        </a:solidFill>
      </a:fillStyleLst>
      <a:lnStyleLst>
        <a:ln w="9525">
          <a:solidFill>
            <a:srgbClr val="000000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 Hub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Docs Hub</dc:creator>
  <cp:lastModifiedBy>Docs Hub</cp:lastModifiedBy>
  <dcterms:created xsi:type="dcterms:W3CDTF">2026-01-01T00:00:00Z</dcterms:created>
</cp:coreProperties>
</file>